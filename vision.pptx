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A Technology Vision for
Quantitative Trading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0A5FA"/>
                </a:solidFill>
              </a:rPr>
              <a:t>Thomas Schmelzer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11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5E7EB"/>
                </a:solidFill>
              </a:rPr>
              <a:t>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</a:rPr>
              <a:t>Two decades across systematic hedge funds, HFT, family offices and sovereign wealth funds.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Problem in 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Researchers in MATLAB/Python, engineers reimplementing in C++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Knowledge fragmented; new hires rebuilt the same tools from scratch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Modern ML (PyTorch) made the C++ mandate impossible to sustain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The kitchen was never built — essential tools reinvented everywhere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Answer in 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Research and production share the same environment and the same container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Team structured like a professional kitchen — collaborative, quality shared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Common tools built once and shared; Rhiza keeps repositories aligned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Focus preserved for the one thing that cannot be bought: the edge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88952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The Problem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Script 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Researchers: mathematicians, physicists and statisticians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Strategies developed in MATLAB or Python — fast to iterate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Outputs were dense, clever and deeply personal scripts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Logic accumulated in layers over months and years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Reinventing the Wheel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No shared library — same components rebuilt by every researcher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Moving averages, portfolio construction, signal filters: all duplicated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Diverging results with no clear explanation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Onboarding meant starting from scratch; knowledge walked out with people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Ambition Ceiling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Researchers in isolation gravitate to strategies they can personally implement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The limit is often programming skill, not research ideas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Strong mathematical intuition, modest software engineering experience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A shared platform raises that ceiling — ambition is no longer self-limiting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Handover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Strategies passed to C++ engineers for production reimplementation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C++ offered performance, determinism and operational robustness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Handover rarely clean: translation errors, implicit edge cases, precision issues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Research cycles bottlenecked — months between idea and live strategy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Handover Model — Why It Broke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Every change to a live strategy risked restarting the reimplementation process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PyTorch and modern ML simply cannot be reimplemented in C++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When things go wrong, accountability diffuses — nobody owns it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Discussed by Marcos Lopez de Prado; tested at ADIA's Team Q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History's 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Across the industry, the pattern repeated: the kitchen was never built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Essential tools created independently by every team in slightly different ways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Data APIs, portfolio tools, analytics: all reinvented dozens of times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Result: a sprawling collection of overlapping partial solutions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88952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A New Direction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One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Research and production share the same environment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Researchers express ideas in high-level terms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The platform carries them through to execution without a translation step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No reimplementation, no port, no step where something silently goes wrong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Kitchen Analogy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Assembly line fails for knowledge work — interfaces are never fixed in advance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Lopez de Prado's car factory: appealing but misleading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Better image: the professional kitchen — familiar and collaborative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Quality is everyone's responsibility throughout, not inspected at the end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Chef Does Not Build the Oven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A professional kitchen assumes a working environment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Researchers and developers should not build basic infrastructure from scratch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Data pipelines, execution connectors, backtesting engines: that is the oven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The platform provides it — the team's energy belongs on the edge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Checkerboard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Researchers and developers sit together, alternate and collaborate continuously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Knowledge moves in both directions — no wall between them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The boundary between researcher and developer is blurry by design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When the team builds something together, it owns it together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Containerization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Container packages code and the entire runtime environment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Identical on researcher's laptop, backtesting cluster and production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Silent numerical differences between environments create false confidence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Researcher opens the container and starts — no setup day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88952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Building the Platform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Data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The most critical piece of infrastructure — everything depends on it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Abstracts sourcing, normalising and versioning across providers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Strict point-in-time semantics — no look-ahead by construction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Researchers ask for what they need; the API handles the rest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Common Strategy Tooling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Portfolio construction, signal combination, position sizing are not proprietary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Shared across the industry and across the team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Implemented once, tested thoroughly, available to everyone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No researcher should reimplement a portfolio optimiser from scratch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Performance Analytics &amp; Live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Returns decomposition, drawdown analysis, factor attribution, cost accounting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Consistent metrics — results comparable across strategies and time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Live: position/exposure tracking, P&amp;L attribution, execution quality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Alerts when something moves outside expected bounds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Build With Researchers, Not Just For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A platform built only by engineers risks solving the wrong problems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Researchers know what data they need and what slows their work down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Kitchen and strategies are often built in parallel — that is healthy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But a minimal foundation comes first: data API, portfolio tools, Rhiza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Rhiza — The Repo Zoo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Each strategy in its own repository — left unmanaged, they diverge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CI workflows split, Python versions drift, security fixes get missed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The same fragmentation as personal scripts, now at the infrastructure level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Rhiza is a living template system that keeps every repo aligned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63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A5FA"/>
                </a:solidFill>
              </a:rPr>
              <a:t>github.com/Jebel-Quant/rhiza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Rhiza — 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Central template holds canonical CI, linting, container config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Template changes → pull request in each downstream repo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Owners review, adapt if needed, merge — nothing forced, nothing missed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Already in use at Stanford CVXGRP and Janus Henderson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63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A5FA"/>
                </a:solidFill>
              </a:rPr>
              <a:t>github.com/Jebel-Quant/rhiza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88952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Live Trading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Proximity — Same Container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The same container runs in research, paper trading and production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No translation step — nothing can silently go wrong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The gap between backtest and live is where losses hide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Closing it is a core design requirement, not a convenience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Configuration, Not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What changes between environments is configuration, not code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Data source, parameters, risk limits and execution venue: all config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Moving to live means changing config, not rebuilding the system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Every deployment: a known container image plus a known config state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Prime Broker Connectivity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Strategy expresses intent — the execution layer handles translation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FIX or proprietary API: irrelevant to the strategy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Switching brokers or adding a venue is a configuration change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Same execution interface in backtest and live — backed by simulator or real connection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Auditability &amp; Rollback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Every configuration file is versioned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Full audit trail: reconstruct exactly what ran, when and with what parameters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Rolling back is a configuration change, not an emergency deployment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Problems in production have a clear, fast path to a known-good state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88952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Quality &amp; Risk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Backtesting — Honesty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The gap between backtest and live is rarely bad ideas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It is almost always an optimistic backtest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Look-ahead bias: platform enforces strict point-in-time data semantics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Structurally difficult to request data that would not have been available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Backtesting — Costs and Overfitting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Transaction costs: market impact, bid-ask, borrow — modelled explicitly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Conservative, realistic and optimistic cost scenarios before anything is taken seriously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Overfitting: walk-forward and out-of-sample evaluation as standard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Culture matters — no tool prevents repeated tweaking until results look good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Risk Management — By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Risk is a layer through the entire platform, not bolted on at the end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Research: factor exposure analysis and stress testing before any live capital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Deployment: pre-trade checks — position, notional and concentration limits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All limits are configuration: versioned, auditable, no code changes needed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Risk Management — In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Continuous monitoring: drawdown limits, automatic position reduction or halt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Gross and net exposure tracked in real time against defined thresholds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Kill switch is a first-class platform concept — not an emergency procedure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Tested regularly, the same way a kitchen tests its fire procedures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88952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AI &amp; Jebel Quant Research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Impact of AI — Building &amp;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AI is used at every stage of this work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Platform construction: boilerplate, documentation and code review in hours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Research: signal generation, literature review, rapid prototyping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More ideas tested; more reach the stage of serious evaluation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Impact of AI — Production &amp; Limits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Production: anomaly detection — problems surface in minutes, not hours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AI does not know which signals are real and which are spurious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It cannot distinguish a broken model from a changed market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AI removes friction; judgement remains with the team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Jebel Quant Research —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Rhiza: living template system — in use at Stanford CVXGRP and Janus Henderson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Data access: normalised, versioned API across asset classes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Live trading infrastructure: container model, config management, broker connectivity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All tools designed to be reusable across strategies and organisations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63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A5FA"/>
                </a:solidFill>
              </a:rPr>
              <a:t>github.com/Jebel-Quant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Jebel Quant Research — Research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Portfolio construction: convex optimisation (linalg, basanos)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Collaboration with Stephen Boyd's group at Stanford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Co-authored research with Ron Kahn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2200">
                <a:solidFill>
                  <a:srgbClr val="E5E7EB"/>
                </a:solidFill>
              </a:rPr>
              <a:t>▸  Signal combination and analytics: jquantstats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63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A5FA"/>
                </a:solidFill>
              </a:rPr>
              <a:t>github.com/Jebel-Quant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