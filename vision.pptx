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834640"/>
            <a:ext cx="12188952" cy="5486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 Technology Vision for
Quantitative Trading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0A5FA"/>
                </a:solidFill>
              </a:rPr>
              <a:t>Thomas Schmelzer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6118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5E7EB"/>
                </a:solidFill>
              </a:rPr>
              <a:t>May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062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</a:rPr>
              <a:t>Two decades across systematic hedge funds, HFT,
family offices and sovereign wealth funds.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6459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114300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The old model: researchers in Python/MATLAB, engineers reimplementing in C++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Knowledge fragmented across personal scripts; new hires rebuilt the same tools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Modern ML (PyTorch) made the C++ mandate impossible to sustain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New premise: research and production share the same environment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The same container runs in development and live trading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Team works like a professional kitchen — collaborative, quality shared at every step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Platform exists so the team can focus on the one thing that cannot be bought: the edge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73152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The Problem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89904" y="1097280"/>
            <a:ext cx="36576" cy="5394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6459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Old Approach &amp;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143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A5FA"/>
                </a:solidFill>
              </a:rPr>
              <a:t>The Script Era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600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Researchers: mathematicians, physicists, statisticians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Strategies in MATLAB or Python — fast to iterate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Outputs: dense, clever, personal scripts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Logic accumulated over months and years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Code worked but was deeply personal and non-transferable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143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A5FA"/>
                </a:solidFill>
              </a:rPr>
              <a:t>Reinventing the Wheel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600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No shared library — same components rebuilt by every researcher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Diverging results with no clear explanation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Onboarding meant starting from scratch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Institutional knowledge walked out with people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Researcher ambition bounded by programming skill, not ideas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6459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Handover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114300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Strategies passed to C++ engineers for production reimplementation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Handover rarely clean: translation errors, implicit edge cases, precision issues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Research cycles bottlenecked — months between idea and live strategy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PyTorch and modern ML simply cannot be reimplemented in C++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History's verdict: the kitchen was never built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Essential tools reinvented independently by every team — data APIs, portfolio tools, analytics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Result: a sprawling collection of overlapping partial solutions, each owned by whoever wrote it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When things go wrong, accountability diffuses — nobody owns it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Discussed by Marcos Lopez de Prado; put into practice at ADIA's Team Q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73152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A New Direction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6459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Kitchen — A Better Analogy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114300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Assembly line model fails for knowledge work: interfaces are not fixed in advance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Lopez de Prado's car factory analogy: appealing but misleading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Better image: the professional kitchen — familiar, collaborative, quality at every step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Every station visible to every other; head chef and junior cook share the same pressure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Quality is everyone's responsibility throughout — not inspected at the end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A chef does not build the oven: platform provides the environment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Checkerboard structure: researchers and developers sit together, alternate, collaborate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Boundary between researcher and developer is blurry — by design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6459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Containerization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114300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Container packages code and the entire runtime: OS libraries, language version, dependencies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Identical environment on laptop, backtesting cluster and live production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Eliminates 'it works on my machine' — every machine runs the same machine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Silent numerical differences between research and production create false confidence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Strategy and environment deployed, tested and promoted together as a versioned artifact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Researcher opens the container and starts — no setup day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73152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Building the Platform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89904" y="1097280"/>
            <a:ext cx="36576" cy="5394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6459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Building the Kitchen — Core Components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143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A5FA"/>
                </a:solidFill>
              </a:rPr>
              <a:t>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600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Data API — clean, reliable, point-in-time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Every strategy, backtest and risk calc depends on it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Researchers ask for what they need; API handles the rest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/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Common Strategy Tooling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Portfolio construction, signal combination, position sizing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Implemented once, tested thoroughly, shared by 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143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A5FA"/>
                </a:solidFill>
              </a:rPr>
              <a:t>Analytics &amp; Monitoring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600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Performance Analytics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Returns decomposition, factor attribution, cost accounting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Consistent metrics comparable across strategies and time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/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Live Monitoring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Position/exposure tracking, P&amp;L, execution quality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Alerts when behaviour moves outside expected bounds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6459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Building the Strategies — Rhiza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114300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Each strategy lives in its own repository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Left unmanaged: CI diverges, Python versions drift, security fixes missed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Rhiza is a living template system — keeps every repo aligned with platform standards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Template changes → pull request in each downstream repo with a clean diff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Owners review, adapt if needed, merge — nothing forced, nothing missed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Already in use at Stanford CVXGRP and Janus Henderson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Kitchen and strategies often built in parallel — but a minimal foundation comes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2636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0A5FA"/>
                </a:solidFill>
              </a:rPr>
              <a:t>github.com/Jebel-Quant/rhiza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73152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Live Trading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89904" y="1097280"/>
            <a:ext cx="36576" cy="5394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6459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Live Trading — Proximity &amp; Configuration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143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A5FA"/>
                </a:solidFill>
              </a:rPr>
              <a:t>Same Artifact, Every Environment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600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Same container in research, paper trading and production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No reimplementation, no port, no translation step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Strategy code identical across all environments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/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Configuration drives the difference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Data source, parameters, risk limits, execution venue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Moving to live = changing config, not rebuilding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Every deployment: known image + known config state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143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A5FA"/>
                </a:solidFill>
              </a:rPr>
              <a:t>Prime Broker Connectivity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600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Strategy expresses intent — execution layer translates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FIX or proprietary API: irrelevant to the strategy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Switching brokers is a configuration change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/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Rollback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Rolling back is a config change, not an emergency deployment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Full audit trail: reconstruct exactly what ran and when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73152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Quality &amp; Risk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6459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Backtesting — Honesty 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114300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The gap between backtest and live is rarely bad ideas — it is optimistic backtests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Look-ahead bias: platform enforces strict point-in-time data semantics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Transaction costs: market impact, bid-ask, borrow costs modelled explicitly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Multiple cost scenarios: conservative, realistic, optimistic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Overfitting: walk-forward analysis and out-of-sample evaluation as standard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Culture matters as much as tooling — no tool prevents repeated tweaking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Backtest provides evidence, not certainty; treat strong results with scepticism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6459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Risk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114300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Risk is a layer through the entire platform — not bolted on at the end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Research: factor exposure analysis, stress testing before any live capital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Deployment: pre-trade checks — position, notional and concentration limits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All limits are configuration: versioned, auditable, no code changes needed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Production: continuous monitoring, drawdown limits, automatic halts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Kill switch is a first-class concept — tested regularly, not an emergency procedure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73152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AI &amp; Jebel Quant Research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6459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Impact of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114300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AI is used at every stage — building the kitchen, research and production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Platform construction: boilerplate, documentation and code review generated in hours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Research: signal generation, literature review, rapid prototyping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More ideas tested; more reach the stage of serious evaluation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Production: monitoring and anomaly detection — problems surface in minutes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AI removes friction; judgement remains with the team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AI does not know which signals are real — humans carry that responsibility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6459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Jebel Quant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114300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Project infrastructure — Rhiza: living template system, in use at Stanford &amp; Janus Henderson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Data access — normalised, versioned API across asset classes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Portfolio construction — convex optimisation; collaboration with Stephen Boyd &amp; Ron Kahn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Signal combination &amp; analytics — shared vocabulary across the team (jquantstats)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Live trading infrastructure — container model, config management, broker connectivity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/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github.com/Jebel-Quant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2636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0A5FA"/>
                </a:solidFill>
              </a:rPr>
              <a:t>All tools designed to be reusable across strategies and organisations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